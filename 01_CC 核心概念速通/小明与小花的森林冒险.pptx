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A045"/>
          </a:solidFill>
          <a:ln w="12700">
            <a:solidFill>
              <a:srgbClr val="E8A0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8A045"/>
          </a:solidFill>
          <a:ln w="12700">
            <a:solidFill>
              <a:srgbClr val="E8A0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40080"/>
            <a:ext cx="7680960" cy="3840480"/>
          </a:xfrm>
          <a:prstGeom prst="rect">
            <a:avLst/>
          </a:prstGeom>
          <a:solidFill>
            <a:srgbClr val="FFFFFF">
              <a:alpha val="12000"/>
            </a:srgbClr>
          </a:solidFill>
          <a:ln w="25400">
            <a:solidFill>
              <a:srgbClr val="E8A0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058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E6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小明与小花的森林冒险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2743200" y="2331720"/>
            <a:ext cx="3657600" cy="0"/>
          </a:xfrm>
          <a:prstGeom prst="line">
            <a:avLst/>
          </a:prstGeom>
          <a:noFill/>
          <a:ln w="19050">
            <a:solidFill>
              <a:srgbClr val="E8A0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68880"/>
            <a:ext cx="6949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有一天，小明的阿姨发现炉火渐渐变弱。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于是她叫小明去附近的森林里捡些枯树枝回来。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小明才踏上路，就遇见了小花，小花也想要同行。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一个关于勇气与成长的童话故事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E6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勇敢的小花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256032"/>
            <a:ext cx="310896" cy="310896"/>
          </a:xfrm>
          <a:prstGeom prst="ellipse">
            <a:avLst/>
          </a:prstGeom>
          <a:solidFill>
            <a:srgbClr val="E8A045"/>
          </a:solidFill>
          <a:ln w="12700">
            <a:solidFill>
              <a:srgbClr val="E8A0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3977640"/>
          </a:xfrm>
          <a:prstGeom prst="rect">
            <a:avLst/>
          </a:prstGeom>
          <a:solidFill>
            <a:srgbClr val="FFFFFF">
              <a:alpha val="75000"/>
            </a:srgbClr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109728" cy="39776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97280"/>
            <a:ext cx="81381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花平时总是安安静静的，很少主动跟人说话。今天她鼓起勇气提出要一起去，小明很高兴地答应了。两人走进森林，阳光透过树叶洒下斑驳的光影。走着走着，他们听到了细微的鸣叫声。循声望去，一只小鸟掉在地上，翅膀似乎受了伤。小明想要靠近，小鸟却惊慌地扑腾着。这时，小花轻轻蹲下，用温柔的声音安抚着小鸟，慢慢伸出手。小鸟竟然安静下来，让她小心地捧起。小明惊讶地看着小花，发现她眼中闪烁着从未见过的光芒。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E6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森林深处的勇气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256032"/>
            <a:ext cx="310896" cy="310896"/>
          </a:xfrm>
          <a:prstGeom prst="ellipse">
            <a:avLst/>
          </a:prstGeom>
          <a:solidFill>
            <a:srgbClr val="E8A045"/>
          </a:solidFill>
          <a:ln w="12700">
            <a:solidFill>
              <a:srgbClr val="E8A0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3977640"/>
          </a:xfrm>
          <a:prstGeom prst="rect">
            <a:avLst/>
          </a:prstGeom>
          <a:solidFill>
            <a:srgbClr val="FFFFFF">
              <a:alpha val="75000"/>
            </a:srgbClr>
          </a:solidFill>
          <a:ln w="19050">
            <a:solidFill>
              <a:srgbClr val="E8A0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109728" cy="3977640"/>
          </a:xfrm>
          <a:prstGeom prst="rect">
            <a:avLst/>
          </a:prstGeom>
          <a:solidFill>
            <a:srgbClr val="E8A045"/>
          </a:solidFill>
          <a:ln w="12700">
            <a:solidFill>
              <a:srgbClr val="E8A0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97280"/>
            <a:ext cx="81381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们将小鸟安置在树洞里后，继续往森林深处走去。奇怪的是，平日里热闹的森林今天格外安静，连虫鸣声都听不见。小明有些不安，想要回头。就在这时，前方传来低沉的吼声，一只受伤的小鹿被荆棘缠住了腿，正痛苦地挣扎。小明吓得往后退，但小花却主动走上前。她想起刚才安抚小鸟的经验，深吸一口气，轻声对小鹿说着安慰的话。她的手虽然在发抖，但还是坚定地解开了荆棘。小鹿获救后，用鼻子轻轻蹭了蹭小花的手，然后跳跃着消失在林间。小花转过身，脸上露出了自信的笑容。小明竖起大拇指：“小花，你真勇敢！”那一刻，小花感觉自己心中有什么东西悄悄改变了。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小明与小花的森林冒险</dc:title>
  <dc:subject>PptxGenJS Presentation</dc:subject>
  <dc:creator>PptxGenJS</dc:creator>
  <cp:lastModifiedBy>PptxGenJS</cp:lastModifiedBy>
  <cp:revision>1</cp:revision>
  <dcterms:created xsi:type="dcterms:W3CDTF">2026-04-01T09:13:09Z</dcterms:created>
  <dcterms:modified xsi:type="dcterms:W3CDTF">2026-04-01T09:13:09Z</dcterms:modified>
</cp:coreProperties>
</file>